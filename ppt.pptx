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tsal Shah" userId="fb7219a1f7d2e480" providerId="LiveId" clId="{FA1C9927-62AC-464C-A153-474E6736CF6C}"/>
    <pc:docChg chg="undo redo custSel addSld modSld">
      <pc:chgData name="Vatsal Shah" userId="fb7219a1f7d2e480" providerId="LiveId" clId="{FA1C9927-62AC-464C-A153-474E6736CF6C}" dt="2026-09-15T10:41:57.464" v="100" actId="14100"/>
      <pc:docMkLst>
        <pc:docMk/>
      </pc:docMkLst>
      <pc:sldChg chg="addSp delSp modSp new mod modClrScheme chgLayout">
        <pc:chgData name="Vatsal Shah" userId="fb7219a1f7d2e480" providerId="LiveId" clId="{FA1C9927-62AC-464C-A153-474E6736CF6C}" dt="2026-09-15T10:30:36.978" v="7" actId="14100"/>
        <pc:sldMkLst>
          <pc:docMk/>
          <pc:sldMk cId="2009406854" sldId="256"/>
        </pc:sldMkLst>
        <pc:spChg chg="del mod">
          <ac:chgData name="Vatsal Shah" userId="fb7219a1f7d2e480" providerId="LiveId" clId="{FA1C9927-62AC-464C-A153-474E6736CF6C}" dt="2026-09-15T10:30:23.453" v="4" actId="700"/>
          <ac:spMkLst>
            <pc:docMk/>
            <pc:sldMk cId="2009406854" sldId="256"/>
            <ac:spMk id="2" creationId="{9951E023-2C7C-59B4-F460-C301D1EA1BDD}"/>
          </ac:spMkLst>
        </pc:spChg>
        <pc:spChg chg="del">
          <ac:chgData name="Vatsal Shah" userId="fb7219a1f7d2e480" providerId="LiveId" clId="{FA1C9927-62AC-464C-A153-474E6736CF6C}" dt="2026-09-15T10:30:23.453" v="4" actId="700"/>
          <ac:spMkLst>
            <pc:docMk/>
            <pc:sldMk cId="2009406854" sldId="256"/>
            <ac:spMk id="3" creationId="{B16AA8DC-76B5-A0A4-EDEB-82F7E1934317}"/>
          </ac:spMkLst>
        </pc:spChg>
        <pc:picChg chg="add mod">
          <ac:chgData name="Vatsal Shah" userId="fb7219a1f7d2e480" providerId="LiveId" clId="{FA1C9927-62AC-464C-A153-474E6736CF6C}" dt="2026-09-15T10:30:36.978" v="7" actId="14100"/>
          <ac:picMkLst>
            <pc:docMk/>
            <pc:sldMk cId="2009406854" sldId="256"/>
            <ac:picMk id="5" creationId="{4FB6BBDE-7E11-8B25-2841-CCC4609BBA69}"/>
          </ac:picMkLst>
        </pc:picChg>
      </pc:sldChg>
      <pc:sldChg chg="addSp modSp new mod">
        <pc:chgData name="Vatsal Shah" userId="fb7219a1f7d2e480" providerId="LiveId" clId="{FA1C9927-62AC-464C-A153-474E6736CF6C}" dt="2026-09-15T10:31:30.110" v="14" actId="14100"/>
        <pc:sldMkLst>
          <pc:docMk/>
          <pc:sldMk cId="478687600" sldId="257"/>
        </pc:sldMkLst>
        <pc:picChg chg="add mod">
          <ac:chgData name="Vatsal Shah" userId="fb7219a1f7d2e480" providerId="LiveId" clId="{FA1C9927-62AC-464C-A153-474E6736CF6C}" dt="2026-09-15T10:31:30.110" v="14" actId="14100"/>
          <ac:picMkLst>
            <pc:docMk/>
            <pc:sldMk cId="478687600" sldId="257"/>
            <ac:picMk id="3" creationId="{C20332C9-9529-A318-4AB0-3D69363DEDDA}"/>
          </ac:picMkLst>
        </pc:picChg>
      </pc:sldChg>
      <pc:sldChg chg="addSp delSp modSp new mod">
        <pc:chgData name="Vatsal Shah" userId="fb7219a1f7d2e480" providerId="LiveId" clId="{FA1C9927-62AC-464C-A153-474E6736CF6C}" dt="2026-09-15T10:34:29.023" v="44" actId="14100"/>
        <pc:sldMkLst>
          <pc:docMk/>
          <pc:sldMk cId="2846261021" sldId="258"/>
        </pc:sldMkLst>
        <pc:picChg chg="add mod">
          <ac:chgData name="Vatsal Shah" userId="fb7219a1f7d2e480" providerId="LiveId" clId="{FA1C9927-62AC-464C-A153-474E6736CF6C}" dt="2026-09-15T10:34:29.023" v="44" actId="14100"/>
          <ac:picMkLst>
            <pc:docMk/>
            <pc:sldMk cId="2846261021" sldId="258"/>
            <ac:picMk id="3" creationId="{D0934650-5E05-57B3-20FD-31081FEE39DC}"/>
          </ac:picMkLst>
        </pc:picChg>
        <pc:picChg chg="add mod">
          <ac:chgData name="Vatsal Shah" userId="fb7219a1f7d2e480" providerId="LiveId" clId="{FA1C9927-62AC-464C-A153-474E6736CF6C}" dt="2026-09-15T10:32:42.347" v="29" actId="14100"/>
          <ac:picMkLst>
            <pc:docMk/>
            <pc:sldMk cId="2846261021" sldId="258"/>
            <ac:picMk id="5" creationId="{4EBFD2F5-FFD8-3D03-E385-6D7A84F3ED52}"/>
          </ac:picMkLst>
        </pc:picChg>
        <pc:picChg chg="add del mod">
          <ac:chgData name="Vatsal Shah" userId="fb7219a1f7d2e480" providerId="LiveId" clId="{FA1C9927-62AC-464C-A153-474E6736CF6C}" dt="2026-09-15T10:33:58.094" v="36" actId="478"/>
          <ac:picMkLst>
            <pc:docMk/>
            <pc:sldMk cId="2846261021" sldId="258"/>
            <ac:picMk id="7" creationId="{F1326E6E-57C4-76A3-F7FB-0D19E95E5207}"/>
          </ac:picMkLst>
        </pc:picChg>
        <pc:picChg chg="add mod">
          <ac:chgData name="Vatsal Shah" userId="fb7219a1f7d2e480" providerId="LiveId" clId="{FA1C9927-62AC-464C-A153-474E6736CF6C}" dt="2026-09-15T10:34:19.179" v="43" actId="14100"/>
          <ac:picMkLst>
            <pc:docMk/>
            <pc:sldMk cId="2846261021" sldId="258"/>
            <ac:picMk id="9" creationId="{ADB23294-86F9-D25A-C095-F5A2AC76A719}"/>
          </ac:picMkLst>
        </pc:picChg>
      </pc:sldChg>
      <pc:sldChg chg="addSp delSp modSp new mod">
        <pc:chgData name="Vatsal Shah" userId="fb7219a1f7d2e480" providerId="LiveId" clId="{FA1C9927-62AC-464C-A153-474E6736CF6C}" dt="2026-09-15T10:37:21.716" v="63" actId="1076"/>
        <pc:sldMkLst>
          <pc:docMk/>
          <pc:sldMk cId="2593808422" sldId="259"/>
        </pc:sldMkLst>
        <pc:spChg chg="add del">
          <ac:chgData name="Vatsal Shah" userId="fb7219a1f7d2e480" providerId="LiveId" clId="{FA1C9927-62AC-464C-A153-474E6736CF6C}" dt="2026-09-15T10:36:12.046" v="53" actId="22"/>
          <ac:spMkLst>
            <pc:docMk/>
            <pc:sldMk cId="2593808422" sldId="259"/>
            <ac:spMk id="5" creationId="{D1CED3D0-C349-0F00-CCBC-CDD16284452F}"/>
          </ac:spMkLst>
        </pc:spChg>
        <pc:spChg chg="add del">
          <ac:chgData name="Vatsal Shah" userId="fb7219a1f7d2e480" providerId="LiveId" clId="{FA1C9927-62AC-464C-A153-474E6736CF6C}" dt="2026-09-15T10:36:13.528" v="55" actId="22"/>
          <ac:spMkLst>
            <pc:docMk/>
            <pc:sldMk cId="2593808422" sldId="259"/>
            <ac:spMk id="7" creationId="{0C637960-BD2C-96BB-6046-50E8B8709334}"/>
          </ac:spMkLst>
        </pc:spChg>
        <pc:picChg chg="add mod">
          <ac:chgData name="Vatsal Shah" userId="fb7219a1f7d2e480" providerId="LiveId" clId="{FA1C9927-62AC-464C-A153-474E6736CF6C}" dt="2026-09-15T10:34:59.286" v="49" actId="1076"/>
          <ac:picMkLst>
            <pc:docMk/>
            <pc:sldMk cId="2593808422" sldId="259"/>
            <ac:picMk id="3" creationId="{EFEA82B6-E444-52C4-123D-4A6DDF5E436E}"/>
          </ac:picMkLst>
        </pc:picChg>
        <pc:picChg chg="add mod">
          <ac:chgData name="Vatsal Shah" userId="fb7219a1f7d2e480" providerId="LiveId" clId="{FA1C9927-62AC-464C-A153-474E6736CF6C}" dt="2026-09-15T10:36:49.116" v="58" actId="14100"/>
          <ac:picMkLst>
            <pc:docMk/>
            <pc:sldMk cId="2593808422" sldId="259"/>
            <ac:picMk id="9" creationId="{7F55A47F-6008-4EFD-5E8D-2892EB6B56A1}"/>
          </ac:picMkLst>
        </pc:picChg>
        <pc:picChg chg="add mod">
          <ac:chgData name="Vatsal Shah" userId="fb7219a1f7d2e480" providerId="LiveId" clId="{FA1C9927-62AC-464C-A153-474E6736CF6C}" dt="2026-09-15T10:37:21.716" v="63" actId="1076"/>
          <ac:picMkLst>
            <pc:docMk/>
            <pc:sldMk cId="2593808422" sldId="259"/>
            <ac:picMk id="11" creationId="{9A3A96BE-E756-3DEB-BF61-65C908B2B7EC}"/>
          </ac:picMkLst>
        </pc:picChg>
      </pc:sldChg>
      <pc:sldChg chg="addSp modSp new mod">
        <pc:chgData name="Vatsal Shah" userId="fb7219a1f7d2e480" providerId="LiveId" clId="{FA1C9927-62AC-464C-A153-474E6736CF6C}" dt="2026-09-15T10:38:22.878" v="69" actId="14100"/>
        <pc:sldMkLst>
          <pc:docMk/>
          <pc:sldMk cId="1357713102" sldId="260"/>
        </pc:sldMkLst>
        <pc:picChg chg="add mod">
          <ac:chgData name="Vatsal Shah" userId="fb7219a1f7d2e480" providerId="LiveId" clId="{FA1C9927-62AC-464C-A153-474E6736CF6C}" dt="2026-09-15T10:38:22.878" v="69" actId="14100"/>
          <ac:picMkLst>
            <pc:docMk/>
            <pc:sldMk cId="1357713102" sldId="260"/>
            <ac:picMk id="3" creationId="{9C11E080-9AFF-A847-B8FF-7C52F3861C3E}"/>
          </ac:picMkLst>
        </pc:picChg>
      </pc:sldChg>
      <pc:sldChg chg="addSp modSp new mod">
        <pc:chgData name="Vatsal Shah" userId="fb7219a1f7d2e480" providerId="LiveId" clId="{FA1C9927-62AC-464C-A153-474E6736CF6C}" dt="2026-09-15T10:39:18.526" v="76" actId="14100"/>
        <pc:sldMkLst>
          <pc:docMk/>
          <pc:sldMk cId="419926378" sldId="261"/>
        </pc:sldMkLst>
        <pc:picChg chg="add mod">
          <ac:chgData name="Vatsal Shah" userId="fb7219a1f7d2e480" providerId="LiveId" clId="{FA1C9927-62AC-464C-A153-474E6736CF6C}" dt="2026-09-15T10:39:18.526" v="76" actId="14100"/>
          <ac:picMkLst>
            <pc:docMk/>
            <pc:sldMk cId="419926378" sldId="261"/>
            <ac:picMk id="3" creationId="{C6542625-ED9C-3C2C-61B6-5AC5C17AC7C1}"/>
          </ac:picMkLst>
        </pc:picChg>
      </pc:sldChg>
      <pc:sldChg chg="addSp modSp new mod">
        <pc:chgData name="Vatsal Shah" userId="fb7219a1f7d2e480" providerId="LiveId" clId="{FA1C9927-62AC-464C-A153-474E6736CF6C}" dt="2026-09-15T10:40:05.092" v="82" actId="14100"/>
        <pc:sldMkLst>
          <pc:docMk/>
          <pc:sldMk cId="2440579472" sldId="262"/>
        </pc:sldMkLst>
        <pc:picChg chg="add mod">
          <ac:chgData name="Vatsal Shah" userId="fb7219a1f7d2e480" providerId="LiveId" clId="{FA1C9927-62AC-464C-A153-474E6736CF6C}" dt="2026-09-15T10:40:05.092" v="82" actId="14100"/>
          <ac:picMkLst>
            <pc:docMk/>
            <pc:sldMk cId="2440579472" sldId="262"/>
            <ac:picMk id="3" creationId="{3E8875AC-1985-18DD-740D-13E430CD3A07}"/>
          </ac:picMkLst>
        </pc:picChg>
      </pc:sldChg>
      <pc:sldChg chg="addSp modSp new mod">
        <pc:chgData name="Vatsal Shah" userId="fb7219a1f7d2e480" providerId="LiveId" clId="{FA1C9927-62AC-464C-A153-474E6736CF6C}" dt="2026-09-15T10:40:45.515" v="88" actId="14100"/>
        <pc:sldMkLst>
          <pc:docMk/>
          <pc:sldMk cId="3877033322" sldId="263"/>
        </pc:sldMkLst>
        <pc:picChg chg="add mod">
          <ac:chgData name="Vatsal Shah" userId="fb7219a1f7d2e480" providerId="LiveId" clId="{FA1C9927-62AC-464C-A153-474E6736CF6C}" dt="2026-09-15T10:40:45.515" v="88" actId="14100"/>
          <ac:picMkLst>
            <pc:docMk/>
            <pc:sldMk cId="3877033322" sldId="263"/>
            <ac:picMk id="3" creationId="{2BC8853B-6988-1A7D-0404-526877DC62BB}"/>
          </ac:picMkLst>
        </pc:picChg>
      </pc:sldChg>
      <pc:sldChg chg="addSp modSp new mod">
        <pc:chgData name="Vatsal Shah" userId="fb7219a1f7d2e480" providerId="LiveId" clId="{FA1C9927-62AC-464C-A153-474E6736CF6C}" dt="2026-09-15T10:41:24.001" v="95" actId="14100"/>
        <pc:sldMkLst>
          <pc:docMk/>
          <pc:sldMk cId="1955171269" sldId="264"/>
        </pc:sldMkLst>
        <pc:picChg chg="add mod">
          <ac:chgData name="Vatsal Shah" userId="fb7219a1f7d2e480" providerId="LiveId" clId="{FA1C9927-62AC-464C-A153-474E6736CF6C}" dt="2026-09-15T10:41:24.001" v="95" actId="14100"/>
          <ac:picMkLst>
            <pc:docMk/>
            <pc:sldMk cId="1955171269" sldId="264"/>
            <ac:picMk id="3" creationId="{92C89545-10C5-1990-1087-6494047F076F}"/>
          </ac:picMkLst>
        </pc:picChg>
      </pc:sldChg>
      <pc:sldChg chg="addSp modSp new mod">
        <pc:chgData name="Vatsal Shah" userId="fb7219a1f7d2e480" providerId="LiveId" clId="{FA1C9927-62AC-464C-A153-474E6736CF6C}" dt="2026-09-15T10:41:57.464" v="100" actId="14100"/>
        <pc:sldMkLst>
          <pc:docMk/>
          <pc:sldMk cId="2521862744" sldId="265"/>
        </pc:sldMkLst>
        <pc:picChg chg="add mod">
          <ac:chgData name="Vatsal Shah" userId="fb7219a1f7d2e480" providerId="LiveId" clId="{FA1C9927-62AC-464C-A153-474E6736CF6C}" dt="2026-09-15T10:41:57.464" v="100" actId="14100"/>
          <ac:picMkLst>
            <pc:docMk/>
            <pc:sldMk cId="2521862744" sldId="265"/>
            <ac:picMk id="3" creationId="{E9F29A8C-6482-E31C-D7B5-02ED41FDBF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1499-A4B6-8EA6-707A-59F8353F3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13713-7658-D3F5-D6E2-15437232F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E1AED-48D1-1515-AF42-727A7594B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1C9B2-3EB3-83CD-315B-41C07FC7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5F160-5510-486A-0063-91BD28DA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74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1076-BF50-D207-471E-CB470B53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1606D-262D-4B2B-96CC-D757C1153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7CC67-9732-0162-360B-76819843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040E7-E81B-534B-170D-5953A1CE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45F3A-8BC9-43EE-512B-48F4C88C1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96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4FDA-ACE8-5571-C0CE-0840B065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15D78-6E76-E892-7EB5-428AEA089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45E29-16C4-35D4-B7D2-EA1F8A0F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055D1-20E6-DDFC-B4BF-65B12B1D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8E36D-6AC2-4359-30E1-663C6320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851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007C-1025-B1F6-9ADD-1C497E13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D697D-1EB9-545A-0026-A8EAC434AD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498C5-7576-BBB8-54E3-C34CE5673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0E99B-C564-C16B-1C7B-40CBE6D1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6D21F-9935-405D-2215-71806C82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BF78A-B97A-0497-A79E-5E6002FD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02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9122-0BE9-1689-53F8-793A4359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93F11-6A41-1C13-FEE4-1E801B42A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B12C9-DB6F-75B3-E94E-5BA956C04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B7C5-E783-4051-6C22-5F4550411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76B68E-C6B5-6C7C-F67C-9A5A4FA24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FF48C9-41E2-B26C-3A6E-06C670FEE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D5B76A-B7C0-E027-7024-243072245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44160A-1900-48B7-1CEB-6D7CAAD9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634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0136A-BCD8-E0F2-91BE-66CEFA73F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085FF-AAD8-A233-65E7-24EEC643F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67318-E50C-E0FB-8B49-BE3D2E0E7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E65D0-36F1-87C1-0700-0B6B6FC1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85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C0346-850C-14E6-F36A-A48D696C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25BC4-3E42-22D5-3C34-AADA4DE3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C84F-0B9F-F3CF-0D63-4417B3D5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39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961A-7704-4B3A-BD17-6B765EF3D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D6D42-E957-52F5-76A9-1D781312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C4F63-A024-E521-6DE9-AD5E4CE08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67E31-B647-EBFA-10B7-7D219193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2C937-F41A-2B0A-0516-14EE7CDF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76A82-8EF6-F667-7B0F-69695C04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37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7176-B20B-74FD-C09E-4E31C6F9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34D8B4-7035-360A-65B8-51FA5D33D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CE1BB-1140-673D-BAF4-7ADA968A6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8CF52-5967-6311-F6DA-636D89BF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8DF08-820C-22DC-BCC3-CEE8C26E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0439D-21E1-22FD-8B2F-69E12368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46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3064-E0CF-8C57-77B8-00FC46F1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5345C-AAD0-26EE-7E3B-3B65C338D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19FB7-0D6A-E5A1-BA4D-CF1D584C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E79D7-C02C-98A0-DF9C-E0B29115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DF5D2-39B9-07AF-106B-718B0DB3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06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D988C3-8295-9112-855D-009FD9499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102D3-3AF3-F67B-F2FE-475BF35F5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62B5D-FED0-7C50-73AB-3E37BF93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0A96B-2904-1EC1-A93D-7A163E7E0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37D52-C381-B038-8852-1E2000CB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873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A2A008-2DBF-603F-D254-5E3769860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749EE-3267-6170-20E3-DC82024ED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3EEA2-5764-4214-9629-94FD193D2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B42B9-CCD8-4EE8-9623-FDAD779812C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3BC6B-64C3-EA33-3F7E-A6DC7589F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F3444-1D27-2334-CBB2-135AEE7DE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B2A9D-AC38-4BCA-98CC-6B871254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343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B6BBDE-7E11-8B25-2841-CCC4609BB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2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0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0332C9-9529-A318-4AB0-3D69363DE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12192000" cy="67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87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34650-5E05-57B3-20FD-31081FEE3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1" y="79142"/>
            <a:ext cx="5712927" cy="1511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BFD2F5-FFD8-3D03-E385-6D7A84F3E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0388"/>
            <a:ext cx="12192000" cy="4100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B23294-86F9-D25A-C095-F5A2AC76A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81047"/>
            <a:ext cx="12192000" cy="16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6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EA82B6-E444-52C4-123D-4A6DDF5E4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7353" cy="16199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55A47F-6008-4EFD-5E8D-2892EB6B5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78" y="964556"/>
            <a:ext cx="7584115" cy="54944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3A96BE-E756-3DEB-BF61-65C908B2B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037" y="1921893"/>
            <a:ext cx="4582663" cy="301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808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11E080-9AFF-A847-B8FF-7C52F3861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588" y="0"/>
            <a:ext cx="12225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13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542625-ED9C-3C2C-61B6-5AC5C17AC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875AC-1985-18DD-740D-13E430CD3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7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8853B-6988-1A7D-0404-526877DC6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3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C89545-10C5-1990-1087-6494047F0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841" y="1"/>
            <a:ext cx="12207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71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F29A8C-6482-E31C-D7B5-02ED41FDB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" y="0"/>
            <a:ext cx="12183078" cy="692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862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Vatsal Shah</dc:creator>
  <cp:lastModifiedBy>Vatsal Shah</cp:lastModifiedBy>
  <cp:revision>1</cp:revision>
  <dcterms:created xsi:type="dcterms:W3CDTF">2026-09-15T10:29:47Z</dcterms:created>
  <dcterms:modified xsi:type="dcterms:W3CDTF">2026-09-15T10:42:03Z</dcterms:modified>
</cp:coreProperties>
</file>